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of Agriculture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Production in India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0B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Machine Learning  |  Dataset: data.gov.in (2001–2014)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2560320" cy="914400"/>
          </a:xfrm>
          <a:prstGeom prst="rect">
            <a:avLst/>
          </a:prstGeom>
          <a:solidFill>
            <a:srgbClr val="1F5C9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453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Pradeep Kumar Yadav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4114800"/>
            <a:ext cx="2560320" cy="914400"/>
          </a:xfrm>
          <a:prstGeom prst="rect">
            <a:avLst/>
          </a:prstGeom>
          <a:solidFill>
            <a:srgbClr val="1F5C9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4453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KMCLU, Lucknow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114800"/>
            <a:ext cx="2560320" cy="914400"/>
          </a:xfrm>
          <a:prstGeom prst="rect">
            <a:avLst/>
          </a:prstGeom>
          <a:solidFill>
            <a:srgbClr val="1F5C9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4453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upSkill Campus + UCT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4114800"/>
            <a:ext cx="2560320" cy="914400"/>
          </a:xfrm>
          <a:prstGeom prst="rect">
            <a:avLst/>
          </a:prstGeom>
          <a:solidFill>
            <a:srgbClr val="1F5C9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0" y="4453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https://github.com/pradeepkumaryadav/upskillcampus  |  Data Source: data.gov.in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Agriculture in India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1.3B+ people. 58% rural workforce in farming. ~17% GDP. India 2nd largest food producer globally.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18872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The Real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CSV files from data.gov.in — official Govt of India portal. Covers 10 crops, 13 states, 2001–2014.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6616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03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ML as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ML model trained on real government data. R² = 0.9906 — 99% accuracy on test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56616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Project Goal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1605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data merge → EDA (9 charts) → preprocessing → ML models → Streamlit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612880" cy="91440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 Can ML use real government data to accurately predict Indian crop production? ❞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lack data-driven tools — rely on expensive manual surveys delayed by months.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accessible prediction system for 600M+ farming population.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74904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Over/under-production → food insecurity, price crashes, billions in losses annually.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452628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80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use synthetic data — this project uses real data.gov.in government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530352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257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varies by crop, state, season, area, cost — complex multi-variable problem.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data.gov.in (2001–2014)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0116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20116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005840"/>
            <a:ext cx="20116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1005840"/>
            <a:ext cx="20116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2001–14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18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11612880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760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datafile (1).csv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Crop, State, Cost A2+FL, Cost C2, Yield Q/Ha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cultivation + yield per hectare by crop × state (49 rows)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datafile (2).csv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Crop, Production/Area/Yield 2006-11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Year-wise national production data (55 crops)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datafile (3).csv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Crop, Variety, Season, Recommended Zone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 variety, season type, geographic zones (78 records)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datafile.csv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Crop, Index 2004-2012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index numbers (base=100)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Particulars, Unit, 1993-2014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agricultural statistics (429 indicators)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ML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657600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Load &amp; Merge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CSV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reads all data.gov.in files. Season mapped from datafile(3).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097280"/>
            <a:ext cx="3657600" cy="4572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Master Dataset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686 rows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64592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added from state ranges. Production = Yield × Area × 0.1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47472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3474720"/>
            <a:ext cx="36576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402336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+ IQR outlier removal → 589 clean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74720"/>
            <a:ext cx="36576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Encode &amp;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02336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LabelEncoder for Crop/State/Season. StandardScaler for 7 features.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585216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5852160"/>
            <a:ext cx="3657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5897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Train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64008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(baseline) + Random Forest (100 trees, primary)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5852160"/>
            <a:ext cx="3657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5852160"/>
            <a:ext cx="36576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5897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Deploy App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64008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app. GitHub upload. Report submitted.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 — 9 Charts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State-wise Production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8191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 Pradesh leads, followed by Maharashtra and Karnataka. Wide variation between northern and southern states.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05156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Crop-wise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158191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Sugarcane highest avg production (Whole Year crop). Wheat &amp; Paddy next. Cotton lowest per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338328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 Seasonal Trends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391363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Kharif (monsoon) season records outnumber Rabi 2.5:1. Sugarcane (Whole Year) shows highest single-record production.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Yearly Trend (2001-14)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Upward production trend. Consistent with national Green Revolution gains. Area and yield both increasing.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57150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5806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Correlation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624535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Yield_QperHa has r≈0.97 with Production. Area r≈0.86. Cost_C2 r≈0.45. Yield is primary driver.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57150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5806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Feature Importance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624535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Yield_QperHa (0.68) &gt;&gt; Area_Hectare (0.22) &gt;&gt; Cost_C2 (0.05). RF confirmed physical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5303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5029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Linear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937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w₁×Yield + w₂×Area + …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0.8985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10,886 Tonnes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16,038 Tonnes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Limitation: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model non-linear interactions between crop, state, season, yield, area, and cost.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005840"/>
            <a:ext cx="5303520" cy="5303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005840"/>
            <a:ext cx="530352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0332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Random Forest  ⭐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600200"/>
            <a:ext cx="4937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(Selected)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trees, random_state=42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0.9906  (+10.2% vs LR)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3,131 Tonnes  (−71% vs LR)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4,890 Tonnes  (−69.5% vs LR)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Why Better: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Non-linear patterns captured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importance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 to outliers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Bagging reduces overfitting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3017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4630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70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(Random Forest)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146304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70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(Tonnes)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097280"/>
            <a:ext cx="2743200" cy="146304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170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(Tonnes)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097280"/>
            <a:ext cx="2743200" cy="1463040"/>
          </a:xfrm>
          <a:prstGeom prst="rect">
            <a:avLst/>
          </a:prstGeom>
          <a:solidFill>
            <a:srgbClr val="7F8C8D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170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0.8985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Regression)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1124712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3566160"/>
                <a:gridCol w="3566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(Tonnes)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(Tonnes)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 vs LR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+10.2% R², −71% MAE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RF R²=0.9906: explains 99.06% of variance in crop production — suitable for real agricultural planning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612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real data.gov.in dataset (5 CSV files) covering Indian agriculture 2001–2014.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29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299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complete ML pipeline: merge → EDA (9 charts) → preprocess → model → deploy.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98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986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achieved R² = 0.9906 — 99% accuracy. MAE = 3,131 Tonnes.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0332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673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per Hectare (importance=0.68) confirmed as the primary driver of crop production.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360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636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interactive Streamlit web app. Full GitHub repo published.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5440680"/>
            <a:ext cx="115214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5440680"/>
            <a:ext cx="64008" cy="6858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5046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55046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can benefit 600M+ farmers and government planning bodies across India.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161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 rainfall &amp; temperature as features — biggest driver of yield variation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097280"/>
            <a:ext cx="502920" cy="5029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161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District-Level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164592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from 13 states to 700+ districts for granular forecasts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47472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35387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XGBoost/LSTM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402336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models to push beyond R²=0.9906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5387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1997–2020 complete data.gov.in dataset (25,000+ rows)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585216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5852160"/>
            <a:ext cx="502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5852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5916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43400" y="640080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 for integration with state agri-management systems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5852160"/>
            <a:ext cx="365760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5852160"/>
            <a:ext cx="50292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5852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32520" y="5916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640080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Hindi/vernacular smartphone app for 600M+ farming population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Pradeep Kumar Yadav  |  KMCLU, Lucknow  |  upSkill Campus + UCT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Agriculture Crop Production in India</dc:title>
  <dc:subject>PptxGenJS Presentation</dc:subject>
  <dc:creator>Pradeep Kumar Yadav</dc:creator>
  <cp:lastModifiedBy>Pradeep Kumar Yadav</cp:lastModifiedBy>
  <cp:revision>1</cp:revision>
  <dcterms:created xsi:type="dcterms:W3CDTF">2026-05-23T16:38:34Z</dcterms:created>
  <dcterms:modified xsi:type="dcterms:W3CDTF">2026-05-23T16:38:34Z</dcterms:modified>
</cp:coreProperties>
</file>